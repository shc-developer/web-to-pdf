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</p:sldIdLst>
  <p:sldSz cx="18000663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6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2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522" y="942"/>
      </p:cViewPr>
      <p:guideLst>
        <p:guide orient="horz" pos="2160"/>
        <p:guide pos="56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122363"/>
            <a:ext cx="1350049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3602038"/>
            <a:ext cx="135004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225C-8270-46E1-A380-960F723FA0E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0364C-407F-4272-832E-AD792719CD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215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225C-8270-46E1-A380-960F723FA0E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0364C-407F-4272-832E-AD792719CD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616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1709739"/>
            <a:ext cx="1552557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4589464"/>
            <a:ext cx="1552557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225C-8270-46E1-A380-960F723FA0E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0364C-407F-4272-832E-AD792719CD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007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1825625"/>
            <a:ext cx="7650282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1825625"/>
            <a:ext cx="7650282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225C-8270-46E1-A380-960F723FA0E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0364C-407F-4272-832E-AD792719CD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401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365126"/>
            <a:ext cx="15525572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1681163"/>
            <a:ext cx="761512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2505075"/>
            <a:ext cx="7615123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681163"/>
            <a:ext cx="76526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2505075"/>
            <a:ext cx="7652626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225C-8270-46E1-A380-960F723FA0E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0364C-407F-4272-832E-AD792719CD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682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225C-8270-46E1-A380-960F723FA0E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0364C-407F-4272-832E-AD792719CD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1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225C-8270-46E1-A380-960F723FA0E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0364C-407F-4272-832E-AD792719CD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9710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987426"/>
            <a:ext cx="911283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225C-8270-46E1-A380-960F723FA0E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0364C-407F-4272-832E-AD792719CD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019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987426"/>
            <a:ext cx="9112836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225C-8270-46E1-A380-960F723FA0E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0364C-407F-4272-832E-AD792719CD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112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225C-8270-46E1-A380-960F723FA0E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0364C-407F-4272-832E-AD792719CD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4338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365125"/>
            <a:ext cx="3881393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365125"/>
            <a:ext cx="11419171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8225C-8270-46E1-A380-960F723FA0E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0364C-407F-4272-832E-AD792719CD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503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365126"/>
            <a:ext cx="155255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1825625"/>
            <a:ext cx="1552557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8225C-8270-46E1-A380-960F723FA0E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6356351"/>
            <a:ext cx="60752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0364C-407F-4272-832E-AD792719CD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298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470428" y="1329908"/>
            <a:ext cx="5760000" cy="3600000"/>
          </a:xfrm>
          <a:prstGeom prst="rect">
            <a:avLst/>
          </a:prstGeom>
          <a:solidFill>
            <a:srgbClr val="0C2B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600" b="1" u="sng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39" name="그룹 38"/>
          <p:cNvGrpSpPr/>
          <p:nvPr/>
        </p:nvGrpSpPr>
        <p:grpSpPr>
          <a:xfrm>
            <a:off x="1437653" y="1836800"/>
            <a:ext cx="3825550" cy="2183399"/>
            <a:chOff x="1722234" y="2244354"/>
            <a:chExt cx="3825550" cy="2183399"/>
          </a:xfrm>
        </p:grpSpPr>
        <p:grpSp>
          <p:nvGrpSpPr>
            <p:cNvPr id="36" name="그룹 35"/>
            <p:cNvGrpSpPr/>
            <p:nvPr/>
          </p:nvGrpSpPr>
          <p:grpSpPr>
            <a:xfrm>
              <a:off x="1854411" y="2244354"/>
              <a:ext cx="3561196" cy="1862048"/>
              <a:chOff x="1874134" y="1871130"/>
              <a:chExt cx="3561196" cy="1862048"/>
            </a:xfrm>
          </p:grpSpPr>
          <p:sp>
            <p:nvSpPr>
              <p:cNvPr id="30" name="TextBox 29"/>
              <p:cNvSpPr txBox="1"/>
              <p:nvPr/>
            </p:nvSpPr>
            <p:spPr>
              <a:xfrm>
                <a:off x="1874134" y="1871130"/>
                <a:ext cx="3561196" cy="186204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1500" b="1" u="sng" dirty="0">
                    <a:solidFill>
                      <a:schemeClr val="bg1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K</a:t>
                </a:r>
                <a:r>
                  <a:rPr lang="en-US" altLang="ko-KR" sz="8000" b="1" u="sng" dirty="0">
                    <a:solidFill>
                      <a:schemeClr val="bg1"/>
                    </a:solidFill>
                    <a:latin typeface="HY신명조" panose="02030600000101010101" pitchFamily="18" charset="-127"/>
                    <a:ea typeface="HY신명조" panose="02030600000101010101" pitchFamily="18" charset="-127"/>
                  </a:rPr>
                  <a:t>DVO</a:t>
                </a:r>
                <a:endParaRPr lang="ko-KR" altLang="en-US" sz="8000" b="1" u="sng" dirty="0">
                  <a:solidFill>
                    <a:schemeClr val="bg1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endParaRPr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3163354" y="2488600"/>
                <a:ext cx="2180171" cy="45719"/>
              </a:xfrm>
              <a:prstGeom prst="rect">
                <a:avLst/>
              </a:prstGeom>
              <a:gradFill flip="none" rotWithShape="1">
                <a:gsLst>
                  <a:gs pos="0">
                    <a:srgbClr val="0C2B4B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0" scaled="1"/>
                <a:tileRect/>
              </a:gradFill>
              <a:ln>
                <a:gradFill>
                  <a:gsLst>
                    <a:gs pos="0">
                      <a:srgbClr val="0C2B4B"/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8" name="TextBox 37"/>
            <p:cNvSpPr txBox="1"/>
            <p:nvPr/>
          </p:nvSpPr>
          <p:spPr>
            <a:xfrm>
              <a:off x="1722234" y="4035338"/>
              <a:ext cx="3825550" cy="3924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950" b="1" dirty="0">
                  <a:solidFill>
                    <a:schemeClr val="bg1"/>
                  </a:solidFill>
                  <a:latin typeface="HY신명조" panose="02030600000101010101" pitchFamily="18" charset="-127"/>
                  <a:ea typeface="HY신명조" panose="02030600000101010101" pitchFamily="18" charset="-127"/>
                </a:rPr>
                <a:t>대한민국상이군경회시설사업소</a:t>
              </a: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2705196" y="1329908"/>
            <a:ext cx="5760000" cy="3600000"/>
            <a:chOff x="7550768" y="1402624"/>
            <a:chExt cx="5760000" cy="3600000"/>
          </a:xfrm>
        </p:grpSpPr>
        <p:sp>
          <p:nvSpPr>
            <p:cNvPr id="8" name="직사각형 7"/>
            <p:cNvSpPr/>
            <p:nvPr/>
          </p:nvSpPr>
          <p:spPr>
            <a:xfrm>
              <a:off x="7550768" y="1402624"/>
              <a:ext cx="5760000" cy="3600000"/>
            </a:xfrm>
            <a:prstGeom prst="rect">
              <a:avLst/>
            </a:prstGeom>
            <a:solidFill>
              <a:srgbClr val="0C2B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600" b="1" u="sng" dirty="0">
                <a:latin typeface="HY신명조" panose="02030600000101010101" pitchFamily="18" charset="-127"/>
                <a:ea typeface="HY신명조" panose="02030600000101010101" pitchFamily="18" charset="-127"/>
              </a:endParaRPr>
            </a:p>
          </p:txBody>
        </p:sp>
        <p:grpSp>
          <p:nvGrpSpPr>
            <p:cNvPr id="10" name="그룹 9"/>
            <p:cNvGrpSpPr/>
            <p:nvPr/>
          </p:nvGrpSpPr>
          <p:grpSpPr>
            <a:xfrm>
              <a:off x="8650170" y="2230867"/>
              <a:ext cx="3561196" cy="1862048"/>
              <a:chOff x="1874134" y="1871130"/>
              <a:chExt cx="3561196" cy="1862048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1874134" y="1871130"/>
                <a:ext cx="3561196" cy="186204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1500" b="1" u="sng" dirty="0" smtClean="0">
                    <a:solidFill>
                      <a:schemeClr val="bg1"/>
                    </a:solidFill>
                    <a:latin typeface="Segoe UI" panose="020B0502040204020203" pitchFamily="34" charset="0"/>
                    <a:ea typeface="HY신명조" panose="02030600000101010101" pitchFamily="18" charset="-127"/>
                    <a:cs typeface="Segoe UI" panose="020B0502040204020203" pitchFamily="34" charset="0"/>
                  </a:rPr>
                  <a:t>K</a:t>
                </a:r>
                <a:r>
                  <a:rPr lang="en-US" altLang="ko-KR" sz="8000" b="1" u="sng" dirty="0" smtClean="0">
                    <a:solidFill>
                      <a:schemeClr val="bg1"/>
                    </a:solidFill>
                    <a:latin typeface="Segoe UI" panose="020B0502040204020203" pitchFamily="34" charset="0"/>
                    <a:ea typeface="HY신명조" panose="02030600000101010101" pitchFamily="18" charset="-127"/>
                    <a:cs typeface="Segoe UI" panose="020B0502040204020203" pitchFamily="34" charset="0"/>
                  </a:rPr>
                  <a:t>DVO</a:t>
                </a:r>
                <a:endParaRPr lang="ko-KR" altLang="en-US" sz="8000" b="1" u="sng" dirty="0">
                  <a:solidFill>
                    <a:schemeClr val="bg1"/>
                  </a:solidFill>
                  <a:latin typeface="Segoe UI" panose="020B0502040204020203" pitchFamily="34" charset="0"/>
                  <a:ea typeface="HY신명조" panose="02030600000101010101" pitchFamily="18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13" name="직사각형 12"/>
              <p:cNvSpPr/>
              <p:nvPr/>
            </p:nvSpPr>
            <p:spPr>
              <a:xfrm>
                <a:off x="3156010" y="2311114"/>
                <a:ext cx="2070121" cy="45719"/>
              </a:xfrm>
              <a:prstGeom prst="rect">
                <a:avLst/>
              </a:prstGeom>
              <a:gradFill flip="none" rotWithShape="1">
                <a:gsLst>
                  <a:gs pos="0">
                    <a:srgbClr val="0C2B4B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0" scaled="1"/>
                <a:tileRect/>
              </a:gradFill>
              <a:ln>
                <a:gradFill>
                  <a:gsLst>
                    <a:gs pos="0">
                      <a:srgbClr val="0C2B4B"/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4" name="직사각형 13"/>
          <p:cNvSpPr/>
          <p:nvPr/>
        </p:nvSpPr>
        <p:spPr>
          <a:xfrm>
            <a:off x="6676341" y="1329908"/>
            <a:ext cx="5760000" cy="3600000"/>
          </a:xfrm>
          <a:prstGeom prst="rect">
            <a:avLst/>
          </a:prstGeom>
          <a:solidFill>
            <a:srgbClr val="0C2B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600" b="1" u="sng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7775743" y="2198884"/>
            <a:ext cx="3561196" cy="1862048"/>
            <a:chOff x="1874134" y="2233214"/>
            <a:chExt cx="3561196" cy="1862048"/>
          </a:xfrm>
        </p:grpSpPr>
        <p:sp>
          <p:nvSpPr>
            <p:cNvPr id="18" name="TextBox 17"/>
            <p:cNvSpPr txBox="1"/>
            <p:nvPr/>
          </p:nvSpPr>
          <p:spPr>
            <a:xfrm>
              <a:off x="1874134" y="2233214"/>
              <a:ext cx="3561196" cy="186204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1500" b="1" u="sng" dirty="0">
                  <a:solidFill>
                    <a:schemeClr val="bg1"/>
                  </a:solidFill>
                  <a:latin typeface="Roboto Slab" pitchFamily="2" charset="0"/>
                  <a:ea typeface="Roboto Slab" pitchFamily="2" charset="0"/>
                </a:rPr>
                <a:t>K</a:t>
              </a:r>
              <a:r>
                <a:rPr lang="en-US" altLang="ko-KR" sz="8000" b="1" u="sng" dirty="0">
                  <a:solidFill>
                    <a:schemeClr val="bg1"/>
                  </a:solidFill>
                  <a:latin typeface="Roboto Slab" pitchFamily="2" charset="0"/>
                  <a:ea typeface="Roboto Slab" pitchFamily="2" charset="0"/>
                </a:rPr>
                <a:t>DVO</a:t>
              </a:r>
              <a:endParaRPr lang="ko-KR" altLang="en-US" sz="8000" b="1" u="sng" dirty="0">
                <a:solidFill>
                  <a:schemeClr val="bg1"/>
                </a:solidFill>
                <a:latin typeface="Roboto Slab" pitchFamily="2" charset="0"/>
                <a:ea typeface="HY신명조" panose="02030600000101010101" pitchFamily="18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3242391" y="2817395"/>
              <a:ext cx="2042337" cy="45719"/>
            </a:xfrm>
            <a:prstGeom prst="rect">
              <a:avLst/>
            </a:prstGeom>
            <a:gradFill flip="none" rotWithShape="1">
              <a:gsLst>
                <a:gs pos="0">
                  <a:srgbClr val="0C2B4B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gradFill>
                <a:gsLst>
                  <a:gs pos="0">
                    <a:srgbClr val="0C2B4B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9280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4778465" y="3648269"/>
            <a:ext cx="7036601" cy="51318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C2B4B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www.kdvosisul119.com</a:t>
            </a:r>
            <a:endParaRPr lang="ko-KR" altLang="en-US" b="1" dirty="0">
              <a:solidFill>
                <a:srgbClr val="0C2B4B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778465" y="4045987"/>
            <a:ext cx="7036601" cy="1154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298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328</TotalTime>
  <Words>5</Words>
  <Application>Microsoft Office PowerPoint</Application>
  <PresentationFormat>사용자 지정</PresentationFormat>
  <Paragraphs>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0" baseType="lpstr">
      <vt:lpstr>HY신명조</vt:lpstr>
      <vt:lpstr>맑은 고딕</vt:lpstr>
      <vt:lpstr>Arial</vt:lpstr>
      <vt:lpstr>Calibri</vt:lpstr>
      <vt:lpstr>Calibri Light</vt:lpstr>
      <vt:lpstr>Roboto Slab</vt:lpstr>
      <vt:lpstr>Segoe UI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kdvo</dc:creator>
  <cp:lastModifiedBy>kdvo</cp:lastModifiedBy>
  <cp:revision>16</cp:revision>
  <dcterms:created xsi:type="dcterms:W3CDTF">2026-02-24T07:59:42Z</dcterms:created>
  <dcterms:modified xsi:type="dcterms:W3CDTF">2026-03-11T06:04:14Z</dcterms:modified>
</cp:coreProperties>
</file>